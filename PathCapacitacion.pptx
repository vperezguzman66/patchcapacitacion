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Path de Capacitación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Conocimientos actuales y brechas tecnológicas por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</a:rPr>
              <a:t>Banco Santander Chile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Cristobal Jesus Cañas Henríquez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6 conocidas  |  150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468805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Node.js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62656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9809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Dynatrace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Exequiel Rodrigo Andrade Rojas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Nadia Veronica Quezada Navarrete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Jerson Jesus Saavedra Neira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Joey Jerez Sepulveda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Mane Miranda Kobrock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.NET / C# / .NET 6.0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Sebastian Israel Becerra Araneda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50592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871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816352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346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Lenguajes de Programación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358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30449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Sergio Ponce de Leon Rocordino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3 conocidas  |  153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234402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Integración &amp; Middleware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XFB / Sterling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980944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017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346704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3649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Lenguajes de Programación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661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5753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Anibal Linares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Cloud &amp; Plataforma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Microsoft Azure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50592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871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816352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346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Lenguajes de Programación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358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30449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Felix Leonardo Arevalo Calquin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50592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871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816352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8346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Lenguajes de Programación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358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30449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Python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Karina Hinostroza Bravo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Maicol Nicolas Diaz Acuña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3 conocidas  |  153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234402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980944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017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346704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3649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Lenguajes de Programación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661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5753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Miguel Angel Cerda Ayala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4 conocidas  |  152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312537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Exadata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Oracle 10g(legacy)/11g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Natalie Isabel Vilugron Pozo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8 conocidas  |  148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62507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Apache Hive / Datalake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962656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9809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Integración &amp; Middleware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Apigee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4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1907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Gluon APIs (Catalogo 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Kafka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493008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5112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12464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" y="3721608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(148)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Patricio Fernando Castillo Navarrete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9 conocidas  |  147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0320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MongoDB 4.4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Oracle 10g(legacy)/11g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432304"/>
            <a:ext cx="5852160" cy="65836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.NET / C# / .NET 6.0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907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3639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COBOL - Microfocus Cob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5292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286207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Pro*C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(147)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Eduardo Juan Villaverde Ospina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5 conocidas  |  151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390671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OCP (OpenShift)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Integración &amp; Middleware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Kafka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962656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9809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493008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5112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712464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3721608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Dynatrace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Felipe Gonzalez Urriola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5 conocidas  |  151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390671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962656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9809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Dynatrace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Fernando Andres Jacob Martinez Mendez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5 conocidas  |  151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390671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Apache Camel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Integración &amp; Middleware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Kafka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1907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Luciano Benjamin Manfredi Buale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Shell Linux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Melissa Muñoz Fernandez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Rene Toledo Flores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3 conocidas  |  153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234402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Oracle 10g(legacy)/11g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980944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017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346704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3649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Integración &amp; Middleware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661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5753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Notifier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Alexander Padron Vargas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Cecilia Meza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Elizabeth Soto Gallardo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8 conocidas  |  148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62507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Oracle 10g(legacy)/11g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Integración &amp; Middleware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Apigee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Gluon APIs (Catalogo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Kafka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62656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9809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182112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3191256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3493008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51129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712464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3721608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ELK (Elasticsearch+Log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640" y="3712464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19072" y="3721608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Genesys (discador)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(148)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Francisco Leon Rosales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Gabriel Eduardo Acevedo Matus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3 conocidas  |  153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234402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MongoDB 4.4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907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Node.js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Ismael Poblete Mendieta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Nicolas Alexis Venegas Ibañez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Ruben Elias Hamuy Contador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Cristhian Harold Quiñones 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4 conocidas  |  152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312537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Alexis Uribe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3 conocidas  |  153 por aprender  |  1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234402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Shell Linux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Monitoreo &amp; Observabilidad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Control-M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980944"/>
            <a:ext cx="5852160" cy="3200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0175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ℹ  TECNOLOGÍA CONOCIDA PERO NO IDENTIFICADA EN BANCO  (1)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346704"/>
            <a:ext cx="5852160" cy="45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3649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</a:rPr>
              <a:t>Lenguajes de Programación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661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5753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Bernardo Adolfo Cornejo Lopez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5 conocidas  |  151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390671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DevOps &amp; Herramientas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GitLab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.NET / C# / .NET 6.0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907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3639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Java 8/11/17, OpenJDK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432304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45059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Seguridad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660904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Fortify / WebInspect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Gonzalo Lizama Valencia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Infraestructura &amp; Servidores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Apache Spark 2.4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Javier Escobar Salazar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Frameworks &amp; Librerías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Spring Boot 2.3/3.x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901952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20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21408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0552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Carlos Patricio Riveros Bascuñan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Kevin Mariño Laguna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2 conocidas  |  154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156268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Lenguajes de Programación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.NET / C# / .NET 6.0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Angular 4/8/10/11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Databricks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Raul Rivero Vasquez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1 conocidas  |  155 por aprender  |  0 no usadas en Banco  |  156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73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Leyenda: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82296"/>
            <a:ext cx="16459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53728" y="685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Brecha por aprender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74320"/>
            <a:ext cx="164592" cy="1097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260603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Conocida, no usada en Banco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868680"/>
            <a:ext cx="12188952" cy="7315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68680"/>
            <a:ext cx="78134" cy="73152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005840"/>
            <a:ext cx="5852160" cy="320040"/>
          </a:xfrm>
          <a:prstGeom prst="rect">
            <a:avLst/>
          </a:prstGeom>
          <a:solidFill>
            <a:srgbClr val="178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424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TECNOLOGÍAS QUE YA CONOCE  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371600"/>
            <a:ext cx="585216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7864E"/>
                </a:solidFill>
              </a:rPr>
              <a:t>Bases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91056"/>
            <a:ext cx="13716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1600200"/>
            <a:ext cx="131673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03030"/>
                </a:solidFill>
              </a:rPr>
              <a:t>Databricks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576072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0424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TECNOLOGÍAS A APRENDER  (155)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760720" cy="5212079"/>
          </a:xfrm>
          <a:prstGeom prst="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Bases de Datos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Hive/Datalake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Aurora PostgreSQL 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DB2 (Host)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Elasticsearch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Exadata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MongoDB 4.4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10g(legacy)/11g/12c/19c/R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Oracle RAC 19c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PostgreSQL &gt;= 10.x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Redis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SQL Server 2008-2017-2019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Infra &amp; Servidores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AIX (Unix)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Alpine Linux (Docker)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Spark 2.4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Tomcat 9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Dexxis Central Issuance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Docker/Docker Swarm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 Server (Legacy)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IIS 8.5/10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Kubernetes/CaaS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OHE (OnPrem)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Red Hat 8.x(AWS)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RHEL 7.x/8.x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WAS 8.5 (WebSphere)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Windows Server 2003/2016/2019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Otros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Managed PostgreSQL.1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Content Manager (IBM).1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Host 390 (Mainframe).1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IMDG/Cache in-memory.1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Cloud &amp; Plat.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EBS Encryption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Route 53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Citrix (acceso remoto)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Cloudera (Datalake)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GCP (Google Cloud Platform)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Gointegro SaaS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HCF Azure/HCF AWS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Cloud (Dallas)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Microsoft Azure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Opinator SaaS (Irlanda)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Paas/CaaS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SaaS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Monitoreo &amp; Observabilidad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CloudWatch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Control-M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Crisol (CVS)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Dynatrace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ELK (Elasticsearch+Logtash+kiban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Genesys (discador)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Grafana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Graylog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Kibana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Logtash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New Relic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Tivoli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Zabbix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Seg.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3D Secure 2.0 (EMV)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AES-256 (cifrado reposo)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KMS/Certificate Mgr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AWS WAF - AWS Shield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AD/AD FS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BYOK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Certificados Digitales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CyberArk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Fortify/WebInspect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Hacking Ético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HSM (HSM)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JWT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LDAP/AD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MobSF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Norma PCI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Oauth 2.0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OneLogin IDP (SSO)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OTP/Superclave/Token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PAM/RBAC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PGP/GPG RSA 2048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RACF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SAML/SSO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Sanctions Screening (AML)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TLS 1.3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WAF/Akamai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DevOps &amp; Herramientas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Management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Azure DevOps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Bancware/ALM Platform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Delivery Pipelines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Dimensions (ALM)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DOC1 (gen. docs)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Fortify (SAST)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GitLab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IriusRisk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OCP (OpenShift)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OnDemand (archivo digital)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SonarQube/Checking QA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Java Tool Suite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Integración &amp; Middleware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 Connect (IBM)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Apigee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B2H/B2D (Host Proxy)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DSS (MS)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ECS (Gestor Documental)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Evertec (procesador pagos)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FileNet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FTP/SFTP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Gluon APIs (Catalogo Global)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DataPower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IBM MQ/MQSeries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JDBC/ODBC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JMS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Kafka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Latinia (Msg)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 Appliance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MQ-MFT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PowerCenter (ETL)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RabbitMQ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SWIFT MT940/MT950/MT202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Tibco BW 5.12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XFB/Sterling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1408176"/>
            <a:ext cx="1325880" cy="513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4A2A2A"/>
                </a:solidFill>
              </a:rPr>
              <a:t>Frameworks &amp; Librerías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 Framework 4.6/4.7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Apache Camel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Appian/PEX (Low-Code)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Edelweiss (arq. Referencia)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EJB (Enterprise JavaBeans)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GeneXus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HA Proxy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IHS (IBM HTTP Server)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NGINX (Bal. MS)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Boot 2.3/3.x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Spring WebFlux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Zuul (API Gateway)</a:t>
            </a:r>
          </a:p>
          <a:p>
            <a:pPr algn="l"/>
            <a:r>
              <a:rPr sz="700" b="1">
                <a:solidFill>
                  <a:srgbClr val="4A2A2A"/>
                </a:solidFill>
              </a:rPr>
              <a:t>Lenguajes de Programación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.NET/C#/.NET 6.0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Angular 4/8/10/11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ASP/ASP .NET/ASP Clásico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Bootstrap/HTML5/CSS3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C++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COBOL - Microfocus Cobol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HTML Atacama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Jasper Reports (JRXML)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 8/11/17, JDK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JavaScript (Front)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JSON/XML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Node.js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PL/SQL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PowerShell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Pro*C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Shell Linux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SOAP/XML WS</a:t>
            </a:r>
          </a:p>
          <a:p>
            <a:pPr algn="l"/>
            <a:r>
              <a:rPr sz="600" b="0">
                <a:solidFill>
                  <a:srgbClr val="2A2A2A"/>
                </a:solidFill>
              </a:rPr>
              <a:t>• VB 6.0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