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Propuesta de Capacitación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BDD7EE"/>
                </a:solidFill>
              </a:rPr>
              <a:t>Plan personalizado por persona (Quick Wins, Consolidación y Expansión)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</a:rPr>
              <a:t>Banco Santander Chile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Cristobal Jesus Cañas Henríquez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6 | Brechas: 150 | Recomendadas: 150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
• .NET / C# / .NET 6.0 (Lenguajes de Programación) | 🟢 Alta | Nivel: Intermedio | Apps: 19
  ↳ Intersección base: Angular 4/8/10/11, Java 8/11/17, OpenJDK, Node.js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(3) | DevOps &amp; Herramientas (1) | Frameworks &amp; Librerías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Dynatrace | GitLab | Java 8/11/17, OpenJDK | Node.js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Exequiel Rodrigo Andrade Rojas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Angular 4/8/10/11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Nadia Veronica Quezada Navarrete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Angular 4/8/10/11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Jerson Jesus Saavedra Neira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Control-M |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Joey Jerez Sepulveda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Mane Miranda Kobrock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.NET / C# / .NET 6.0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Angular 4/8/10/11 (Lenguajes de Programación) | 🟡 Media | Nivel: Básico-Intermedio | Apps: 35
  ↳ Intersección base: .NET / C# / .NET 6.0
• Oauth 2.0 (Seguridad) | 🔴 Baja | Nivel: Fundamentos | Apps: 38
  ↳ Intersección base: Sin base directa
• Windows Server 2003 (legacy)/2016/2019 (Infraestructura &amp; Servidores) | 🔴 Baja | Nivel: Fundamentos | Apps: 32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.NET / C# / .NET 6.0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Sebastian Israel Becerra Araneda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Control-M |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Sergio Ponce de Leon Rocordino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3 | Brechas: 153 | Recomendadas: 153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🟡 Media | Nivel: Básico-Intermedio | Apps: 49
  ↳ Intersección base: XFB / Sterling
• FTP / SFTP (Integración &amp; Middleware) | 🟡 Media | Nivel: Básico-Intermedio | Apps: 49
  ↳ Intersección base: XFB / Sterling
• Control-M (Monitoreo &amp; Observabilidad) | 🔴 Baja | Nivel: Fundamentos | Apps: 50
  ↳ Intersección base: Sin base directa
• Paas / CaaS (Cloud &amp; Plataforma) | 🔴 Baja | Nivel: Fundamentos | Apps: 48
  ↳ Intersección base: Sin base directa
• Tibco BW 5.12 (Integración &amp; Middleware) | 🟡 Media | Nivel: Básico-Intermedio | Apps: 45
  ↳ Intersección base: XFB / Sterling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Apigee (Integración &amp; Middleware) | 🟡 Media | Nivel: Básico-Intermedio | Apps: 31
  ↳ Intersección base: XFB / Sterling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DevOps &amp; Herramientas (1) | Integración &amp; Middleware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Databricks | GitLab | XFB / Sterling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Anibal Linares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Paas / CaaS (Cloud &amp; Plataforma) | 🟡 Media | Nivel: Básico-Intermedio | Apps: 48
  ↳ Intersección base: Microsoft Azure
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Cloud &amp; Plataforma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Databricks | Microsoft Azure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Felix Leonardo Arevalo Calquin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Control-M |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Karina Hinostroza Bravo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Angular 4/8/10/11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Maicol Nicolas Diaz Acuña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3 | Brechas: 153 | Recomendadas: 153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🟡 Media | Nivel: Básico-Intermedio | Apps: 72
  ↳ Intersección base: Angular 4/8/10/11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Lenguajes de Programación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Control-M |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Miguel Angel Cerda Ayala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4 | Brechas: 152 | Recomendadas: 152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Oauth 2.0 (Seguridad) | 🔴 Baja | Nivel: Fundamentos | Apps: 38
  ↳ Intersección base: Sin base directa
• Angular 4/8/10/11 (Lenguajes de Programación) | 🔴 Baja | Nivel: Fundamentos | Apps: 35
  ↳ Intersección base: Sin base directa
• SQL Server 2008-2017-2019 (Bases de Datos) | 🟢 Alta | Nivel: Intermedio | Apps: 19
  ↳ Intersección base: Databricks, Exadata, Oracle 10g(legacy)/11g/12c/19c/RAC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(3)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Control-M | Databricks | Exadata | Oracle 10g(legacy)/11g/12c/19c/RAC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Natalie Isabel Vilugron Pozo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8 | Brechas: 148 | Recomendadas: 148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🟢 Alta | Nivel: Intermedio | Apps: 76
  ↳ Intersección base: Apache Hive / Datalake,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🟢 Alta | Nivel: Intermedio | Apps: 49
  ↳ Intersección base: Apigee, Gluon APIs (Catalogo Global), Kafka
• FTP / SFTP (Integración &amp; Middleware) | 🟢 Alta | Nivel: Intermedio | Apps: 49
  ↳ Intersección base: Apigee, Gluon APIs (Catalogo Global), Kafka
• Tibco BW 5.12 (Integración &amp; Middleware) | 🟢 Alta | Nivel: Intermedio | Apps: 45
  ↳ Intersección base: Apigee, Gluon APIs (Catalogo Global), Kafka
• Paas / CaaS (Cloud &amp; Plataforma) | 🔴 Baja | Nivel: Fundamentos | Apps: 48
  ↳ Intersección base: Sin base directa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
• API Connect (IBM) (Integración &amp; Middleware) | 🟢 Alta | Nivel: Intermedio | Apps: 23
  ↳ Intersección base: Apigee, Gluon APIs (Catalogo Global), Kafka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Integración &amp; Middleware (3) | Bases de Datos (2) | DevOps &amp; Herramientas (1) | Frameworks &amp; Librerías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Apache Hive / Datalake | Apigee | Control-M | Databricks | GitLab | Gluon APIs (Catalogo Global) | Kafka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Patricio Fernando Castillo Navarrete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9 | Brechas: 147 | Recomendadas: 147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
• Control-M (Monitoreo &amp; Observabilidad) | 🔴 Baja | Nivel: Fundamentos | Apps: 50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
• Hacking Ético (Seguridad) | 🔴 Baja | Nivel: Fundamentos | Apps: 43
  ↳ Intersección base: Sin base directa
• Certificados Digitales (Seguridad) | 🔴 Baja | Nivel: Fundamentos | Apps: 39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SQL Server 2008-2017-2019 (Bases de Datos) | 🟢 Alta | Nivel: Intermedio | Apps: 19
  ↳ Intersección base: Databricks, MongoDB 4.4, Oracle 10g(legacy)/11g/12c/19c/RAC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
• Microsoft Azure (Cloud &amp; Plataforma) | 🔴 Baja | Nivel: Fundamentos | Apps: 29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(5) | Bases de Datos (3) | Frameworks &amp; Librerías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.NET / C# / .NET 6.0 | Angular 4/8/10/11 | COBOL - Microfocus Cobol | Databricks | Java 8/11/17, OpenJDK | MongoDB 4.4 | Oracle 10g(legacy)/11g/12c/19c/RAC | Pro*C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Eduardo Juan Villaverde Ospina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5 | Brechas: 151 | Recomendadas: 151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🟡 Media | Nivel: Básico-Intermedio | Apps: 49
  ↳ Intersección base: Kafka
• FTP / SFTP (Integración &amp; Middleware) | 🟡 Media | Nivel: Básico-Intermedio | Apps: 49
  ↳ Intersección base: Kafka
• Paas / CaaS (Cloud &amp; Plataforma) | 🔴 Baja | Nivel: Fundamentos | Apps: 48
  ↳ Intersección base: Sin base directa
• Tibco BW 5.12 (Integración &amp; Middleware) | 🟡 Media | Nivel: Básico-Intermedio | Apps: 45
  ↳ Intersección base: Kafka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Angular 4/8/10/11 (Lenguajes de Programación) | 🟡 Media | Nivel: Básico-Intermedio | Apps: 35
  ↳ Intersección base: Java 8/11/17, OpenJDK
• Oauth 2.0 (Seguridad) | 🔴 Baja | Nivel: Fundamentos | Apps: 38
  ↳ Intersección base: Sin base directa
• Apigee (Integración &amp; Middleware) | 🟡 Media | Nivel: Básico-Intermedio | Apps: 31
  ↳ Intersección base: Kafka
• Windows Server 2003 (legacy)/2016/2019 (Infraestructura &amp; Servidores) | 🔴 Baja | Nivel: Fundamentos | Apps: 32
  ↳ Intersección base: Sin base directa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DevOps &amp; Herramientas (1) | Frameworks &amp; Librerías (1) | Integración &amp; Middleware (1) |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Dynatrace | Java 8/11/17, OpenJDK | Kafka | OCP (OpenShift)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Felipe Gonzalez Urriola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5 | Brechas: 151 | Recomendadas: 151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
• Microsoft Azure (Cloud &amp; Plataforma) | 🔴 Baja | Nivel: Fundamentos | Apps: 29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(2) | DevOps &amp; Herramientas (1) | Frameworks &amp; Librerías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Dynatrace | GitLab | Java 8/11/17, OpenJDK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Fernando Andres Jacob Martinez Mendez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5 | Brechas: 151 | Recomendadas: 151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FTP / SFTP (Integración &amp; Middleware) | 🟡 Media | Nivel: Básico-Intermedio | Apps: 49
  ↳ Intersección base: Kafka
• Control-M (Monitoreo &amp; Observabilidad) | 🔴 Baja | Nivel: Fundamentos | Apps: 50
  ↳ Intersección base: Sin base directa
• Paas / CaaS (Cloud &amp; Plataforma) | 🔴 Baja | Nivel: Fundamentos | Apps: 48
  ↳ Intersección base: Sin base directa
• Tibco BW 5.12 (Integración &amp; Middleware) | 🟡 Media | Nivel: Básico-Intermedio | Apps: 45
  ↳ Intersección base: Kafka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Oauth 2.0 (Seguridad) | 🔴 Baja | Nivel: Fundamentos | Apps: 38
  ↳ Intersección base: Sin base directa
• Apigee (Integración &amp; Middleware) | 🟡 Media | Nivel: Básico-Intermedio | Apps: 31
  ↳ Intersección base: Kafka
• Windows Server 2003 (legacy)/2016/2019 (Infraestructura &amp; Servidores) | 🔴 Baja | Nivel: Fundamentos | Apps: 32
  ↳ Intersección base: Sin base directa
• Docker / Docker Swarm (Infraestructura &amp; Servidores) | 🔴 Baja | Nivel: Fundamentos | Apps: 30
  ↳ Intersección base: Sin base directa
• Microsoft Azure (Cloud &amp; Plataforma) | 🔴 Baja | Nivel: Fundamentos | Apps: 29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Frameworks &amp; Librerías (2) | Lenguajes de Programación (2) | Integración &amp; Middleware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Apache Camel | Java 8/11/17, OpenJDK | Kafka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Luciano Benjamin Manfredi Buale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Shell Linux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Angular 4/8/10/11 (Lenguajes de Programación) | 🟡 Media | Nivel: Básico-Intermedio | Apps: 35
  ↳ Intersección base: Shell Linux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Control-M | Shell Linux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Melissa Muñoz Fernandez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Angular 4/8/10/11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Rene Toledo Flores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3 | Brechas: 153 | Recomendadas: 153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
• Control-M (Monitoreo &amp; Observabilidad) | 🔴 Baja | Nivel: Fundamentos | Apps: 50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
• Hacking Ético (Seguridad) | 🔴 Baja | Nivel: Fundamentos | Apps: 43
  ↳ Intersección base: Sin base directa
• Certificados Digitales (Seguridad) | 🔴 Baja | Nivel: Fundamentos | Apps: 39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
• Microsoft Azure (Cloud &amp; Plataforma) | 🔴 Baja | Nivel: Fundamentos | Apps: 29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Frameworks &amp; Librerías (1) |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Java 8/11/17, OpenJDK | Oracle 10g(legacy)/11g/12c/19c/RAC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Alexander Padron Vargas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Angular 4/8/10/11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Frameworks &amp; Librerías (1) |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Cecilia Meza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Angular 4/8/10/11 (Lenguajes de Programación) | 🟡 Media | Nivel: Básico-Intermedio | Apps: 35
  ↳ Intersección base: Java 8/11/17, OpenJDK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Java 8/11/17, OpenJDK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Elizabeth Soto Gallardo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8 | Brechas: 148 | Recomendadas: 148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LDAP / Active Directory (Seguridad) | 🔴 Baja | Nivel: Fundamentos | Apps: 68
  ↳ Intersección base: Sin base directa
• Control-M (Monitoreo &amp; Observabilidad) | 🟢 Alta | Nivel: Intermedio | Apps: 50
  ↳ Intersección base: ELK (Elasticsearch+Logtash+kibana), Genesys (discador)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FTP / SFTP (Integración &amp; Middleware) | 🟢 Alta | Nivel: Intermedio | Apps: 49
  ↳ Intersección base: Apigee, Gluon APIs (Catalogo Global), Kafka
• Tibco BW 5.12 (Integración &amp; Middleware) | 🟢 Alta | Nivel: Intermedio | Apps: 45
  ↳ Intersección base: Apigee, Gluon APIs (Catalogo Global), Kafka
• Paas / CaaS (Cloud &amp; Plataforma) | 🔴 Baja | Nivel: Fundamentos | Apps: 48
  ↳ Intersección base: Sin base directa
• Spring Boot 2.3/3.x (Frameworks &amp; Librerías) | 🔴 Baja | Nivel: Fundamentos | Apps: 46
  ↳ Intersección base: Sin base directa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Angular 4/8/10/11 (Lenguajes de Programación) | 🟡 Media | Nivel: Básico-Intermedio | Apps: 35
  ↳ Intersección base: Java 8/11/17, OpenJDK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 Connect (IBM) (Integración &amp; Middleware) | 🟢 Alta | Nivel: Intermedio | Apps: 23
  ↳ Intersección base: Apigee, Gluon APIs (Catalogo Global), Kafka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Integración &amp; Middleware (3) | Monitoreo &amp; Observabilidad (2) | Bases de Datos (1) | DevOps &amp; Herramientas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Apigee | ELK (Elasticsearch+Logtash+kibana) | Genesys (discador) | GitLab | Gluon APIs (Catalogo Global) | Java 8/11/17, OpenJDK | Kafka | Oracle 10g(legacy)/11g/12c/19c/RAC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Francisco Leon Rosales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Java 8/11/17, OpenJDK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Gabriel Eduardo Acevedo Matus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3 | Brechas: 153 | Recomendadas: 153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MongoDB 4.4
• Java 8/11/17, OpenJDK (Lenguajes de Programación) | 🟢 Alta | Nivel: Intermedio | Apps: 72
  ↳ Intersección base: Angular 4/8/10/11, Node.js
• RHEL 7.x/8.x (Infraestructura &amp; Servidores) | 🔴 Baja | Nivel: Fundamentos | Apps: 79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(2) | Bases de Datos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MongoDB 4.4 | Node.js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Ismael Poblete Mendieta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Angular 4/8/10/11 (Lenguajes de Programación) | 🟡 Media | Nivel: Básico-Intermedio | Apps: 35
  ↳ Intersección base: Java 8/11/17, OpenJDK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DevOps &amp; Herramientas (1) |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GitLab | Java 8/11/17, OpenJDK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Nicolas Alexis Venegas Ibañez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Angular 4/8/10/11 (Lenguajes de Programación) | 🟡 Media | Nivel: Básico-Intermedio | Apps: 35
  ↳ Intersección base: Java 8/11/17, OpenJDK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Frameworks &amp; Librerías (1) |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Java 8/11/17, OpenJDK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Ruben Elias Hamuy Contador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Angular 4/8/10/11 (Lenguajes de Programación) | 🟡 Media | Nivel: Básico-Intermedio | Apps: 35
  ↳ Intersección base: Java 8/11/17, OpenJDK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Java 8/11/17, OpenJDK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Cristhian Harold Quiñones 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4 | Brechas: 152 | Recomendadas: 152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LDAP / Active Directory (Seguridad) | 🔴 Baja | Nivel: Fundamentos | Apps: 68
  ↳ Intersección base: Sin base directa
• SAML / SSO (Seguridad) | 🔴 Baja | Nivel: Fundamentos | Apps: 58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
• Hacking Ético (Seguridad) | 🔴 Baja | Nivel: Fundamentos | Apps: 43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
• Microsoft Azure (Cloud &amp; Plataforma) | 🔴 Baja | Nivel: Fundamentos | Apps: 29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(2) | Bases de Datos (1) | Frameworks &amp; Librerías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Databricks | Java 8/11/17, OpenJDK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Alexis Uribe 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3 | Brechas: 153 | Recomendadas: 153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🟡 Media | Nivel: Básico-Intermedio | Apps: 72
  ↳ Intersección base: Shell Linux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Angular 4/8/10/11 (Lenguajes de Programación) | 🟡 Media | Nivel: Básico-Intermedio | Apps: 35
  ↳ Intersección base: Shell Linux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Lenguajes de Programación (1) | Monitoreo &amp; Observabilidad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Control-M | Databricks | Shell Linux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Bernardo Adolfo Cornejo Lopez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5 | Brechas: 151 | Recomendadas: 151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🟡 Media | Nivel: Básico-Intermedio | Apps: 68
  ↳ Intersección base: Fortify / WebInspect
• SAML / SSO (Seguridad) | 🟡 Media | Nivel: Básico-Intermedio | Apps: 58
  ↳ Intersección base: Fortify / WebInspect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
• Hacking Ético (Seguridad) | 🟡 Media | Nivel: Básico-Intermedio | Apps: 43
  ↳ Intersección base: Fortify / WebInspect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🟡 Media | Nivel: Básico-Intermedio | Apps: 39
  ↳ Intersección base: Fortify / WebInspect
• Oauth 2.0 (Seguridad) | 🟡 Media | Nivel: Básico-Intermedio | Apps: 38
  ↳ Intersección base: Fortify / WebInspect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WAF / Akamai (Seguridad) | 🟡 Media | Nivel: Básico-Intermedio | Apps: 28
  ↳ Intersección base: Fortify / WebInspect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(3) | DevOps &amp; Herramientas (1) | Seguridad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.NET / C# / .NET 6.0 | Angular 4/8/10/11 | Fortify / WebInspect | GitLab | Java 8/11/17, OpenJDK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Gonzalo Lizama Valencia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🟡 Media | Nivel: Básico-Intermedio | Apps: 96
  ↳ Intersección base: Apache Spark 2.4
• RHEL 7.x/8.x (Infraestructura &amp; Servidores) | 🟡 Media | Nivel: Básico-Intermedio | Apps: 79
  ↳ Intersección base: Apache Spark 2.4
• Oracle 10g(legacy)/11g/12c/19c/RAC (Bases de Datos) | 🟡 Media | Nivel: Básico-Intermedio | Apps: 76
  ↳ Intersección base: Databricks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🟡 Media | Nivel: Básico-Intermedio | Apps: 32
  ↳ Intersección base: Apache Spark 2.4
• Angular 4/8/10/11 (Lenguajes de Programación) | 🔴 Baja | Nivel: Fundamentos | Apps: 35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 | Infraestructura &amp; Servidores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Apache Spark 2.4 |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🟡 Media | Nivel: Básico-Intermedio | Apps: 96 | Intersección: Apache Spark 2.4 | Acción: Ruta hands-on con sandbox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Javier Escobar Salazar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Java 8/11/17, OpenJDK (Lenguajes de Programación) | 🟡 Media | Nivel: Básico-Intermedio | Apps: 72
  ↳ Intersección base: Angular 4/8/10/11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Tibco BW 5.12 (Integración &amp; Middleware) | 🔴 Baja | Nivel: Fundamentos | Apps: 45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
• Docker / Docker Swarm (Infraestructura &amp; Servidores) | 🔴 Baja | Nivel: Fundamentos | Apps: 30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Frameworks &amp; Librerías (1) | Lenguajes de Programación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Angular 4/8/10/11 | Spring Boot 2.3/3.x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Carlos Patricio Riveros Bascuñan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Kevin Mariño Laguna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2 | Brechas: 154 | Recomendadas: 154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Java 8/11/17, OpenJDK (Lenguajes de Programación) | 🟢 Alta | Nivel: Intermedio | Apps: 72
  ↳ Intersección base: .NET / C# / .NET 6.0, Angular 4/8/10/11
• RHEL 7.x/8.x (Infraestructura &amp; Servidores) | 🔴 Baja | Nivel: Fundamentos | Apps: 79
  ↳ Intersección base: Sin base directa
• Oracle 10g(legacy)/11g/12c/19c/RAC (Bases de Datos) | 🔴 Baja | Nivel: Fundamentos | Apps: 76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Windows Server 2003 (legacy)/2016/2019 (Infraestructura &amp; Servidores) | 🔴 Baja | Nivel: Fundamentos | Apps: 32
  ↳ Intersección base: Sin base directa
• Apigee (Integración &amp; Middleware) | 🔴 Baja | Nivel: Fundamentos | Apps: 31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Lenguajes de Programación (2)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.NET / C# / .NET 6.0 | Angular 4/8/10/11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Raul Rivero Vasquez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66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D7EE"/>
                </a:solidFill>
              </a:rPr>
              <a:t>Conocidas: 1 | Brechas: 155 | Recomendadas: 155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3886200" cy="320040"/>
          </a:xfrm>
          <a:prstGeom prst="rect">
            <a:avLst/>
          </a:prstGeom>
          <a:solidFill>
            <a:srgbClr val="178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1 - 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051560"/>
            <a:ext cx="388620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3333"/>
                </a:solidFill>
              </a:rPr>
              <a:t>Fase 2 - Consolidación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51560"/>
            <a:ext cx="38862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88136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Fase 3 - Expansión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89888"/>
            <a:ext cx="388620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OHE (On-Premise) (Infraestructura &amp; Servidores) | 🔴 Baja | Nivel: Fundamentos | Apps: 96
  ↳ Intersección base: Sin base directa
• Oracle 10g(legacy)/11g/12c/19c/RAC (Bases de Datos) | 🟡 Media | Nivel: Básico-Intermedio | Apps: 76
  ↳ Intersección base: Databricks
• RHEL 7.x/8.x (Infraestructura &amp; Servidores) | 🔴 Baja | Nivel: Fundamentos | Apps: 79
  ↳ Intersección base: Sin base directa
• Java 8/11/17, OpenJDK (Lenguajes de Programación) | 🔴 Baja | Nivel: Fundamentos | Apps: 72
  ↳ Intersección base: Sin base directa
• LDAP / Active Directory (Seguridad) | 🔴 Baja | Nivel: Fundamentos | Apps: 68
  ↳ Intersección base: Sin base directa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Control-M (Monitoreo &amp; Observabilidad) | 🔴 Baja | Nivel: Fundamentos | Apps: 50
  ↳ Intersección base: Sin base directa
• DSS (Microservicios) (Integración &amp; Middleware) | 🔴 Baja | Nivel: Fundamentos | Apps: 49
  ↳ Intersección base: Sin base directa
• FTP / SFTP (Integración &amp; Middleware) | 🔴 Baja | Nivel: Fundamentos | Apps: 49
  ↳ Intersección base: Sin base directa
• Paas / CaaS (Cloud &amp; Plataforma) | 🔴 Baja | Nivel: Fundamentos | Apps: 48
  ↳ Intersección base: Sin base directa
• Spring Boot 2.3/3.x (Frameworks &amp; Librerías) | 🔴 Baja | Nivel: Fundamentos | Apps: 46
  ↳ Intersección base: Sin base directa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81328"/>
            <a:ext cx="3703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• Hacking Ético (Seguridad) | 🔴 Baja | Nivel: Fundamentos | Apps: 43
  ↳ Intersección base: Sin base directa
• Certificados Digitales (Seguridad) | 🔴 Baja | Nivel: Fundamentos | Apps: 39
  ↳ Intersección base: Sin base directa
• Oauth 2.0 (Seguridad) | 🔴 Baja | Nivel: Fundamentos | Apps: 38
  ↳ Intersección base: Sin base directa
• Angular 4/8/10/11 (Lenguajes de Programación) | 🔴 Baja | Nivel: Fundamentos | Apps: 35
  ↳ Intersección base: Sin base directa
• Windows Server 2003 (legacy)/2016/2019 (Infraestructura &amp; Servidores) | 🔴 Baja | Nivel: Fundamentos | Apps: 32
  ↳ Intersección base: Sin base directa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5623560"/>
            <a:ext cx="11841480" cy="10515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68756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D4E2E"/>
                </a:solidFill>
              </a:rPr>
              <a:t>Base conocida destacada: Bases de Datos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94360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D3436"/>
                </a:solidFill>
              </a:rPr>
              <a:t>Tecnologías conocidas (top):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19963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