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</a:rPr>
              <a:t>Propuesta de Capacitación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BDD7EE"/>
                </a:solidFill>
              </a:rPr>
              <a:t>Plan personalizado por persona (Quick Wins, Consolidación y Expansión)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DD7EE"/>
                </a:solidFill>
              </a:rPr>
              <a:t>Banco Santander Chile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Cristobal Jesus Cañas Henríquez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6 | Brechas enfocadas: 150 | Recomendadas: 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DevOps/Infra | Frameworks | Lenguajes | 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Cloud | Datos | DevOps/Infra | Frameworks | +3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
• Udemy · Spring Boot → Master Spring Boot 3 &amp; Spring Framework 6 with 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
• Dynatrace [Otros]
• GitLab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Java 8/11/17, OpenJDK [Lenguajes]
• Node.js [Otros]
• Spring Boot 2.3/3.x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Exequiel Rodrigo Andrade Rojas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1 | Brechas enfocadas: 155 | Recomendadas: 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Frameworks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Nadia Veronica Quezada Navarrete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1 | Brechas enfocadas: 155 | Recomendadas: 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Frameworks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Jerson Jesus Saavedra Neira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 | +1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Control-M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Databricks [Otros]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Databricks | Acción: Laboratorio de datos aplicado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Joey Jerez Sepulveda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1 | Brechas enfocadas: 155 | Recomendadas: 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Databricks [Otros]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Databricks | Acción: Laboratorio de datos aplicado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Mane Miranda Kobrock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1 | Brechas enfocadas: 155 | Recomendadas: 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.NET / C# / .NET 6.0 [Lenguajes]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Sebastian Israel Becerra Araneda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 | +1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Control-M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Databricks [Otros]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Databricks | Acción: Laboratorio de datos aplicado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Sergio Ponce de Leon Rocordino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3 | Brechas enfocadas: 153 | Recomendadas: 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DevOps/Infra | Integración/API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Cloud | Datos | DevOps/Infra | Frameworks | +2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Databricks [Otros]
• GitLab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XFB / Sterling [Otros]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Anibal Linares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Cloud |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Cloud | Datos | Frameworks | Integración/API | +1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Azure → Master Microsoft Azure Fundamentals: AZ-900 Exam Prep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Databricks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Microsoft Azure [Cloud]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Databricks | Acción: Laboratorio de datos aplicado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Felix Leonardo Arevalo Calquin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 | +1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Control-M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Databricks [Otros]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Databricks | Acción: Laboratorio de datos aplicado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Karina Hinostroza Bravo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1 | Brechas enfocadas: 155 | Recomendadas: 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Frameworks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Maicol Nicolas Diaz Acuña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3 | Brechas enfocadas: 153 | Recomendadas: 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Frameworks | 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 | +1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
• Control-M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Databricks [Otros]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Databricks | Acción: Laboratorio de datos aplicado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Miguel Angel Cerda Ayala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4 | Brechas enfocadas: 152 | Recomendadas: 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 | +1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Control-M [Otros]
• Databricks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Exadata [Otros]
• Oracle 10g(legacy)/11g/12c/19c/RAC [Datos]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Java 8/11/17, OpenJDK (Lenguajes de Programación) | 🔴 Baja | Nivel: Fundamentos | Apps: 72 | Intersección: Sin base directa | Acción: Curso avanzado + mini proyecto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Natalie Isabel Vilugron Pozo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8 | Brechas enfocadas: 148 | Recomendadas: 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DevOps/Infra | Frameworks | Integración/API | +1 más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Cloud | Datos | DevOps/Infra | Frameworks | +3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Spring Boot → Master Spring Boot 3 &amp; Spring Framework 6 with 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Apache Hive / Datalake [Otros]
• Apigee [Integración/API]
• Control-M [Otros]
• Databricks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GitLab [Otros]
• Gluon APIs (Catalogo Global) [Integración/API]
• Kafka [Otros]
• Spring Boot 2.3/3.x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Patricio Fernando Castillo Navarrete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9 | Brechas enfocadas: 147 | Recomendadas: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Frameworks |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
• Udemy · MongoDB → MongoDB - The Complete Developer's Guide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.NET / C# / .NET 6.0 [Lenguajes]
• Angular 4/8/10/11 [Frameworks]
• COBOL - Microfocus Cobol [Otros]
• Databricks [Otros]
• Java 8/11/17, OpenJDK [Lenguajes]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MongoDB 4.4 [Datos]
• Oracle 10g(legacy)/11g/12c/19c/RAC [Datos]
• Pro*C [Otros]
• … y 1 tecnologías más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DSS (Microservicios) (Integración &amp; Middleware) | 🔴 Baja | Nivel: Fundamentos | Apps: 49 | Intersección: Sin base directa | Acción: Taller de integración end-to-end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Eduardo Juan Villaverde Ospina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5 | Brechas enfocadas: 151 | Recomendadas: 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DevOps/Infra | Frameworks | Integración/API | Lenguajes | +1 más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Cloud | Datos | DevOps/Infra | Frameworks | +3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
• Udemy · Spring Boot → Master Spring Boot 3 &amp; Spring Framework 6 with 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Dynatrace [Otros]
• Java 8/11/17, OpenJDK [Lenguajes]
• Kafka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OCP (OpenShift) [Otros]
• Spring Boot 2.3/3.x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Felipe Gonzalez Urriola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5 | Brechas enfocadas: 151 | Recomendadas: 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DevOps/Infra | Frameworks | Lenguajes | 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Cloud | Datos | DevOps/Infra | Frameworks | +3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
• Udemy · Spring Boot → Master Spring Boot 3 &amp; Spring Framework 6 with 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
• Dynatrace [Otros]
• GitLab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Java 8/11/17, OpenJDK [Lenguajes]
• Spring Boot 2.3/3.x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Fernando Andres Jacob Martinez Mendez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5 | Brechas enfocadas: 151 | Recomendadas: 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Frameworks | Integración/API |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
• Udemy · Spring Boot → Master Spring Boot 3 &amp; Spring Framework 6 with 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
• Apache Camel [Otros]
• Java 8/11/17, OpenJDK [Lenguajes]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Kafka [Otros]
• Spring Boot 2.3/3.x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Luciano Benjamin Manfredi Buale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Lenguajes | 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 | +1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Control-M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Shell Linux [Otros]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Melissa Muñoz Fernandez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1 | Brechas enfocadas: 155 | Recomendadas: 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Frameworks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Rene Toledo Flores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3 | Brechas enfocadas: 153 | Recomendadas: 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Frameworks |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
• Udemy · Spring Boot → Master Spring Boot 3 &amp; Spring Framework 6 with 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Java 8/11/17, OpenJDK [Lenguajes]
• Oracle 10g(legacy)/11g/12c/19c/RAC [Datos]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Spring Boot 2.3/3.x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DSS (Microservicios) (Integración &amp; Middleware) | 🔴 Baja | Nivel: Fundamentos | Apps: 49 | Intersección: Sin base directa | Acción: Taller de integración end-to-end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Alexander Padron Vargas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Frameworks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Spring Boot → Master Spring Boot 3 &amp; Spring Framework 6 with 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Spring Boot 2.3/3.x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Cecilia Meza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1 | Brechas enfocadas: 155 | Recomendadas: 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Java 8/11/17, OpenJDK [Lenguajes]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Elizabeth Soto Gallardo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8 | Brechas enfocadas: 148 | Recomendadas: 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DevOps/Infra | Integración/API | Lenguajes | +1 más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Cloud | Datos | DevOps/Infra | Frameworks | +3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Apigee [Integración/API]
• ELK (Elasticsearch+Logtash+kibana) [Otros]
• Genesys (discador) [Otros]
• GitLab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Gluon APIs (Catalogo Global) [Integración/API]
• Java 8/11/17, OpenJDK [Lenguajes]
• Kafka [Otros]
• Oracle 10g(legacy)/11g/12c/19c/RAC [Datos]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Francisco Leon Rosales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Frameworks |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Java 8/11/17, OpenJDK [Lenguajes]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Gabriel Eduardo Acevedo Matus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3 | Brechas enfocadas: 153 | Recomendadas: 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Frameworks |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MongoDB → MongoDB - The Complete Developer's Guide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
• MongoDB 4.4 [Datos]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Node.js [Otros]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MongoDB 4.4 | Acción: Laboratorio de datos aplicado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Ismael Poblete Mendieta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DevOps/Infra |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Cloud | Datos | DevOps/Infra | Frameworks | +2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GitLab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Java 8/11/17, OpenJDK [Lenguajes]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Nicolas Alexis Venegas Ibañez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Frameworks |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
• Udemy · Spring Boot → Master Spring Boot 3 &amp; Spring Framework 6 with 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Java 8/11/17, OpenJDK [Lenguajes]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Spring Boot 2.3/3.x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Ruben Elias Hamuy Contador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1 | Brechas enfocadas: 155 | Recomendadas: 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Java 8/11/17, OpenJDK [Lenguajes]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Cristhian Harold Quiñones 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4 | Brechas enfocadas: 152 | Recomendadas: 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Frameworks |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
• Udemy · Spring Boot → Master Spring Boot 3 &amp; Spring Framework 6 with 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
• Databricks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Java 8/11/17, OpenJDK [Lenguajes]
• Spring Boot 2.3/3.x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Databricks | Acción: Laboratorio de datos aplicado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Alexis Uribe 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3 | Brechas enfocadas: 153 | Recomendadas: 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Lenguajes | Otros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 | +1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Control-M [Otros]
• Databricks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Shell Linux [Otros]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Databricks | Acción: Laboratorio de datos aplicado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Bernardo Adolfo Cornejo Lopez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5 | Brechas enfocadas: 151 | Recomendadas: 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DevOps/Infra | Frameworks | Lenguajes | Seguridad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Cloud | Datos | DevOps/Infra | Frameworks | +3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Java → Java Masterclass 2025: 130+ Hours of Expert Lessons · 130+ horas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.NET / C# / .NET 6.0 [Lenguajes]
• Angular 4/8/10/11 [Frameworks]
• Fortify / WebInspect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GitLab [Otros]
• Java 8/11/17, OpenJDK [Lenguajes]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OHE (On-Premise) (Infraestructura &amp; Servidores) | 🔴 Baja | Nivel: Fundamentos | Apps: 96 | Intersección: Sin base directa | Acción: Ruta hands-on con sandbox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Gonzalo Lizama Valencia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 | DevOps/Infra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Cloud | Datos | DevOps/Infra | Frameworks | +2 más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Apache Spark 2.4 [Otros]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Databricks [Otros]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OHE (On-Premise) (Infraestructura &amp; Servidores) | 🟡 Media | Nivel: Básico-Intermedio | Apps: 96 | Intersección: Apache Spark 2.4 | Acción: Ruta hands-on con sandbox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Javier Escobar Salazar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Frameworks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• Udemy · Spring Boot → Master Spring Boot 3 &amp; Spring Framework 6 with 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Spring Boot 2.3/3.x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🔴 Baja | Nivel: Fundamentos | Apps: 76 | Intersección: Sin base directa | Acción: Laboratorio de datos aplicado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Carlos Patricio Riveros Bascuñan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1 | Brechas enfocadas: 155 | Recomendadas: 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Databricks [Otros]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Databricks | Acción: Laboratorio de datos aplicado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Kevin Mariño Laguna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2 | Brechas enfocadas: 154 | Recomendadas: 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Frameworks | Lenguajes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.NET / C# / .NET 6.0 [Lenguajes]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Angular 4/8/10/11 [Frameworks]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Java 8/11/17, OpenJDK (Lenguajes de Programación) | 🟢 Alta | Nivel: Intermedio | Apps: 72 | Intersección: .NET / C# / .NET 6.0, Angular 4/8/10/11 | Acción: Curso avanzado + mini proyecto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5331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59536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</a:rPr>
              <a:t>Raul Rivero Vasquez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03504"/>
            <a:ext cx="1024128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DD7EE"/>
                </a:solidFill>
              </a:rPr>
              <a:t>Conocidas: 1 | Brechas enfocadas: 155 | Recomendadas: 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6F4FA"/>
                </a:solidFill>
              </a:rPr>
              <a:t>Base/familia: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43000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7EEF7"/>
                </a:solidFill>
              </a:rPr>
              <a:t>Alcance de la propuesta: Datos | Frameworks | Integración/API | Lenguajes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81328"/>
            <a:ext cx="11841480" cy="5193792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554480"/>
            <a:ext cx="11695176" cy="566928"/>
          </a:xfrm>
          <a:prstGeom prst="rect">
            <a:avLst/>
          </a:prstGeom>
          <a:solidFill>
            <a:srgbClr val="1D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1138428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PERFECCIONAMIENTO SUGERIDO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2176272"/>
            <a:ext cx="115671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11521440" cy="13350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B3F63"/>
                </a:solidFill>
              </a:rPr>
              <a:t>Perfeccionamiento sugerido: revisar catálogo interno o rutas de formación equivalentes.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3803904"/>
            <a:ext cx="11567160" cy="1591056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913632"/>
            <a:ext cx="11521440" cy="182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3B24"/>
                </a:solidFill>
              </a:rPr>
              <a:t>BASE CONOCIDA EXPLÍCITA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133087"/>
            <a:ext cx="5650992" cy="1152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43B24"/>
                </a:solidFill>
              </a:rPr>
              <a:t>• Databricks [Otros]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5449824"/>
            <a:ext cx="11567160" cy="109728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541264"/>
            <a:ext cx="11521440" cy="164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E4C53"/>
                </a:solidFill>
              </a:rPr>
              <a:t>FOCO INMEDIATO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F3A40"/>
                </a:solidFill>
              </a:rPr>
              <a:t>Foco inmediato sugerido: Oracle 10g(legacy)/11g/12c/19c/RAC (Bases de Datos) | 🟡 Media | Nivel: Básico-Intermedio | Apps: 76 | Intersección: Databricks | Acción: Laboratorio de datos aplicado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